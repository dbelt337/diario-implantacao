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Trailhead e Developer Docs (EPC, CPQ e Agentforce), consultados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App Lightning oficial, foco das novas funcionalidades; substitui o Product Console.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Cria a oferta em sequência: produto, aba Estrutura (filhos e cardinalidade), atributos, aba Preços (lista de preço e promoção) e regras de contexto.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Forma oficial de mover o catálogo entre orgs; o DataPack de Product2 já carrega as entradas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Chaves globais geradas por job do EPC; a doc é explícita: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APIs oficiais (Admin Configure: Product, Picklist e Promotion v2) para criar produtos, filhos, versões e promoções.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mudar estrutura: Product Hierarchy Maintenance, Clear Managed Platform Cache e Refresh Platform Cache, nesta ordem; executáveis por API.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 (GA 2026) traz 5 agentes: faturamento, SLO, cotação, agrupamento de sites e venda guiada. Nenhum cria catálogo.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.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faz: cada regra esquecida vira erro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Communications: agentes de faturamento, SLO, cotação, sites e venda guiada. Nenhum tópico ou ação pré-construída cria ou mantém catálogo.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APIs, prompt templates, testes e guardrails. Volta a ser código custom, com a mesma manutenção do wizard.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Reduz a dependência de especialista na rotina e nas dúvidas do dia a dia.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o cadastro ao seguir o manual, sempre.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agente como piloto de apoio à manutenção, fase 2,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B7A4E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11 ofertas de conectividade cadastradas em sandbox pelo Product Designer.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DataPack exportado e guardado.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F3864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por DataPack, com os jobs na ordem.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o piloto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sandbox, é testada no carrinho e só então migra, por DataPack.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cada onda fica guardado; o histórico do Salesforce registra quem alterou o quê.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controlado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 documentada, em checklist ou disparados por API.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errada é inativada,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Product Designer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Estrutura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aba Preços + regra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lista de preço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inativar + jobs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definidos na planilha de levantamento.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Quem cadastra e quem aprova: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assina a homologação no carrinho.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Cadastram no Product Designer pelo manual; exportam o DataPack; rodam o checklist pós-carga.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Valida o levantamento contra a org, aprova a publicação,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2, assistente)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Explica o manual, monta o checklist, confere levantamento e pós-carga. Nunca publica sem aprovação humana.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